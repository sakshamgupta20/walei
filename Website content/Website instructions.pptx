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59" r:id="rId3"/>
    <p:sldId id="276" r:id="rId4"/>
    <p:sldId id="261" r:id="rId5"/>
    <p:sldId id="268" r:id="rId6"/>
    <p:sldId id="275" r:id="rId7"/>
    <p:sldId id="272" r:id="rId8"/>
    <p:sldId id="270" r:id="rId9"/>
    <p:sldId id="269" r:id="rId10"/>
    <p:sldId id="263" r:id="rId11"/>
    <p:sldId id="264" r:id="rId12"/>
    <p:sldId id="274" r:id="rId13"/>
    <p:sldId id="266" r:id="rId14"/>
    <p:sldId id="265" r:id="rId15"/>
    <p:sldId id="267" r:id="rId16"/>
    <p:sldId id="260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003" autoAdjust="0"/>
  </p:normalViewPr>
  <p:slideViewPr>
    <p:cSldViewPr snapToGrid="0">
      <p:cViewPr varScale="1">
        <p:scale>
          <a:sx n="66" d="100"/>
          <a:sy n="66" d="100"/>
        </p:scale>
        <p:origin x="6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94227-7614-4969-A737-3A548C051A2A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7529A-FCC0-42AC-9ABD-772F1132D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455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7529A-FCC0-42AC-9ABD-772F1132D8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233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146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00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762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91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699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46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10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6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4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63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40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9C086-3F44-40C5-A10B-FAF0217F92DF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51B86-FE17-4EC9-91EB-D5DF88012B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8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28600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629" y="1049943"/>
            <a:ext cx="8356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Common</a:t>
            </a:r>
          </a:p>
          <a:p>
            <a:pPr marL="812800" indent="-1905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Colors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: Black, </a:t>
            </a:r>
            <a:r>
              <a:rPr lang="en-I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Gray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, White, Gold, Coral, Purple only</a:t>
            </a:r>
          </a:p>
          <a:p>
            <a:pPr marL="812800" indent="-1905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Font Size: 3 size consistency only,</a:t>
            </a:r>
          </a:p>
          <a:p>
            <a:pPr marL="2908300" lvl="5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Body text size </a:t>
            </a:r>
          </a:p>
          <a:p>
            <a:pPr marL="2908300" lvl="5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Heading text size(Bigger)</a:t>
            </a:r>
          </a:p>
          <a:p>
            <a:pPr marL="2908300" lvl="5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Design element -Text size(biggest not everywhere)</a:t>
            </a:r>
          </a:p>
          <a:p>
            <a:pPr marL="965200" lvl="5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Roundness of card: (Example given) </a:t>
            </a:r>
          </a:p>
          <a:p>
            <a:pPr marL="965200" lvl="5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Size of card : As of now it is not fitting rightly in my laptop window or mobile completely (big, please provide some spaces) (although I check some other website they are still big in order to make the readability of text right, so please optimize accordingly)</a:t>
            </a:r>
          </a:p>
          <a:p>
            <a:pPr marL="965200" lvl="5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x W of cards (I want more height than width in most cases, except in featured part and text only cards)</a:t>
            </a:r>
          </a:p>
          <a:p>
            <a:pPr marL="965200" lvl="5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Spaces are required at many places in between</a:t>
            </a:r>
          </a:p>
          <a:p>
            <a:pPr marL="965200" lvl="5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Headers (as of now are nice, no need to change size)</a:t>
            </a:r>
          </a:p>
          <a:p>
            <a:pPr marL="965200" lvl="5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Keep the card row consistence of 3X except where highlighting on top</a:t>
            </a:r>
          </a:p>
          <a:p>
            <a:pPr marL="965200" lvl="5" indent="-34290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07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7400" y="508000"/>
            <a:ext cx="3877985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Navigation Panel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Notes (common header)	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Combined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1. Future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2. Challenges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3. Movements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Gigs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Portfolio (common header)</a:t>
            </a:r>
          </a:p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1. Start-ups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2. Patents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3. Supplies(blank)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4. Projects(blank)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H&amp;T (Headlines &amp; Timelines)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NEWS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Calendar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Team (common header)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Core Team (landing)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Advisors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Strategic Partners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3784600" y="1257300"/>
            <a:ext cx="177800" cy="1066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135491" y="1590645"/>
            <a:ext cx="43861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Another Navigation like team</a:t>
            </a:r>
          </a:p>
        </p:txBody>
      </p:sp>
      <p:sp>
        <p:nvSpPr>
          <p:cNvPr id="5" name="Right Brace 4"/>
          <p:cNvSpPr/>
          <p:nvPr/>
        </p:nvSpPr>
        <p:spPr>
          <a:xfrm>
            <a:off x="4584700" y="5410200"/>
            <a:ext cx="177800" cy="1066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935591" y="5743545"/>
            <a:ext cx="52100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Another Navigation (correctly made)</a:t>
            </a:r>
          </a:p>
        </p:txBody>
      </p:sp>
      <p:sp>
        <p:nvSpPr>
          <p:cNvPr id="7" name="Right Brace 6"/>
          <p:cNvSpPr/>
          <p:nvPr/>
        </p:nvSpPr>
        <p:spPr>
          <a:xfrm>
            <a:off x="4083749" y="3073400"/>
            <a:ext cx="177800" cy="1066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434640" y="3406745"/>
            <a:ext cx="52100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Another Navigation (correctly made)</a:t>
            </a:r>
          </a:p>
        </p:txBody>
      </p:sp>
    </p:spTree>
    <p:extLst>
      <p:ext uri="{BB962C8B-B14F-4D97-AF65-F5344CB8AC3E}">
        <p14:creationId xmlns:p14="http://schemas.microsoft.com/office/powerpoint/2010/main" val="1231854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3651" y="346510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Social media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135205" y="1827196"/>
            <a:ext cx="206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Get the Links from WALEI.org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135205" y="2662989"/>
            <a:ext cx="206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Instagram</a:t>
            </a:r>
            <a:r>
              <a:rPr lang="en-IN" dirty="0" smtClean="0"/>
              <a:t>: </a:t>
            </a:r>
            <a:r>
              <a:rPr lang="en-IN" dirty="0" err="1" smtClean="0"/>
              <a:t>walei_official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2810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28600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98848" y="1445029"/>
            <a:ext cx="56110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We only have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mail, LinkedIn and </a:t>
            </a:r>
            <a:r>
              <a:rPr lang="en-I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Instagram</a:t>
            </a: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Simple Footer as example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given below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4985"/>
            <a:ext cx="11970365" cy="261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2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53110"/>
          <a:stretch/>
        </p:blipFill>
        <p:spPr>
          <a:xfrm>
            <a:off x="5368346" y="0"/>
            <a:ext cx="343707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46875"/>
          <a:stretch/>
        </p:blipFill>
        <p:spPr>
          <a:xfrm>
            <a:off x="9158344" y="0"/>
            <a:ext cx="3033656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228600"/>
            <a:ext cx="1739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Landing page</a:t>
            </a:r>
          </a:p>
        </p:txBody>
      </p:sp>
      <p:cxnSp>
        <p:nvCxnSpPr>
          <p:cNvPr id="6" name="Elbow Connector 5"/>
          <p:cNvCxnSpPr>
            <a:stCxn id="2" idx="2"/>
            <a:endCxn id="3" idx="0"/>
          </p:cNvCxnSpPr>
          <p:nvPr/>
        </p:nvCxnSpPr>
        <p:spPr>
          <a:xfrm rot="5400000" flipH="1" flipV="1">
            <a:off x="5452026" y="1634854"/>
            <a:ext cx="6858000" cy="3588291"/>
          </a:xfrm>
          <a:prstGeom prst="bentConnector5">
            <a:avLst>
              <a:gd name="adj1" fmla="val -3333"/>
              <a:gd name="adj2" fmla="val 52811"/>
              <a:gd name="adj3" fmla="val 103333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5094" y="1295400"/>
            <a:ext cx="1739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Landing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8179" y="5413408"/>
            <a:ext cx="9797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Notes of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7002" y="5413408"/>
            <a:ext cx="12234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Notes of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8468" y="5413408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Notes of Movements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483" y="3714699"/>
            <a:ext cx="3690863" cy="1416060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V="1">
            <a:off x="4629752" y="4494998"/>
            <a:ext cx="1174282" cy="96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4163" y="263407"/>
            <a:ext cx="2558846" cy="103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7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69894" y="203200"/>
            <a:ext cx="1495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Notes page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22037"/>
          <a:stretch/>
        </p:blipFill>
        <p:spPr>
          <a:xfrm>
            <a:off x="6370102" y="-82751"/>
            <a:ext cx="4946489" cy="69407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454" y="2029325"/>
            <a:ext cx="5307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Only make card with images, not the text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4114" y="829847"/>
            <a:ext cx="1181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 like this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534527" y="1029902"/>
            <a:ext cx="1174282" cy="96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851" y="3776854"/>
            <a:ext cx="2007913" cy="261451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3633892" y="4580021"/>
            <a:ext cx="546240" cy="9652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80344" y="4952664"/>
            <a:ext cx="21995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Add this line colour in each card to distinguish them</a:t>
            </a:r>
          </a:p>
        </p:txBody>
      </p:sp>
      <p:sp>
        <p:nvSpPr>
          <p:cNvPr id="13" name="Multiply 12"/>
          <p:cNvSpPr/>
          <p:nvPr/>
        </p:nvSpPr>
        <p:spPr>
          <a:xfrm>
            <a:off x="6910939" y="2757659"/>
            <a:ext cx="1049154" cy="1047602"/>
          </a:xfrm>
          <a:prstGeom prst="mathMultiply">
            <a:avLst>
              <a:gd name="adj1" fmla="val 115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Multiply 13"/>
          <p:cNvSpPr/>
          <p:nvPr/>
        </p:nvSpPr>
        <p:spPr>
          <a:xfrm>
            <a:off x="9565907" y="2429435"/>
            <a:ext cx="1049154" cy="1047602"/>
          </a:xfrm>
          <a:prstGeom prst="mathMultiply">
            <a:avLst>
              <a:gd name="adj1" fmla="val 115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819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987" y="1"/>
            <a:ext cx="2900363" cy="7377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228600"/>
            <a:ext cx="1992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Inside the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400" y="1617133"/>
            <a:ext cx="61552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colours are earthy here, please keep, them same as other greyish blue </a:t>
            </a:r>
          </a:p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Title size can be decrease </a:t>
            </a:r>
            <a:r>
              <a:rPr lang="en-I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lil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according to fitting</a:t>
            </a:r>
          </a:p>
          <a:p>
            <a:r>
              <a:rPr lang="en-I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Prof.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right hand side image will be added</a:t>
            </a:r>
          </a:p>
        </p:txBody>
      </p:sp>
    </p:spTree>
    <p:extLst>
      <p:ext uri="{BB962C8B-B14F-4D97-AF65-F5344CB8AC3E}">
        <p14:creationId xmlns:p14="http://schemas.microsoft.com/office/powerpoint/2010/main" val="2105865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38" y="0"/>
            <a:ext cx="11594903" cy="655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2438" y="552223"/>
            <a:ext cx="2269607" cy="2532016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442762" y="1665171"/>
            <a:ext cx="1174282" cy="96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7430" y="-131359"/>
            <a:ext cx="5078408" cy="34079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64960" y="5088084"/>
            <a:ext cx="3729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4 small boxes of different these </a:t>
            </a:r>
            <a:r>
              <a:rPr lang="en-IN" dirty="0" err="1" smtClean="0"/>
              <a:t>colors</a:t>
            </a:r>
            <a:endParaRPr lang="en-IN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7810500" y="2654300"/>
            <a:ext cx="5136538" cy="25750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596502" y="5380705"/>
            <a:ext cx="8287832" cy="3713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9855996" y="4352516"/>
            <a:ext cx="3028338" cy="9525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10820400" y="2654300"/>
            <a:ext cx="2216334" cy="28031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928567" y="1194560"/>
            <a:ext cx="1826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Cascade box here</a:t>
            </a:r>
          </a:p>
          <a:p>
            <a:r>
              <a:rPr lang="en-IN" dirty="0" smtClean="0"/>
              <a:t>2X2</a:t>
            </a:r>
            <a:endParaRPr lang="en-IN" dirty="0"/>
          </a:p>
        </p:txBody>
      </p:sp>
      <p:sp>
        <p:nvSpPr>
          <p:cNvPr id="17" name="Right Brace 16"/>
          <p:cNvSpPr/>
          <p:nvPr/>
        </p:nvSpPr>
        <p:spPr>
          <a:xfrm>
            <a:off x="11693071" y="368300"/>
            <a:ext cx="235348" cy="27159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5478042" y="676909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No need of these</a:t>
            </a:r>
            <a:endParaRPr lang="en-IN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3340120" y="5746963"/>
            <a:ext cx="3028338" cy="9525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6506534" y="5827768"/>
            <a:ext cx="2621206" cy="8716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859" y="-3052968"/>
            <a:ext cx="7770560" cy="3133899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>
          <a:xfrm flipH="1" flipV="1">
            <a:off x="11810746" y="-1534147"/>
            <a:ext cx="3119083" cy="11013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929829" y="-585743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Same as this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303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0437" y="997320"/>
            <a:ext cx="3118585" cy="340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420437" y="4710352"/>
            <a:ext cx="11430588" cy="1704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75641" y="997321"/>
            <a:ext cx="2437859" cy="1626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555881" y="997320"/>
            <a:ext cx="2461119" cy="1626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975641" y="2724793"/>
            <a:ext cx="2437859" cy="168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555881" y="2724793"/>
            <a:ext cx="2461119" cy="16815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420437" y="1125164"/>
            <a:ext cx="1488934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i="1" dirty="0" smtClean="0">
                <a:latin typeface="Arial" panose="020B0604020202020204" pitchFamily="34" charset="0"/>
                <a:cs typeface="Arial" panose="020B0604020202020204" pitchFamily="34" charset="0"/>
              </a:rPr>
              <a:t>WALEI</a:t>
            </a:r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5641" y="1127753"/>
            <a:ext cx="1308371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PRESENCE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5881" y="1125164"/>
            <a:ext cx="1449436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COMMUNITY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68527" y="2849304"/>
            <a:ext cx="1617751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NOTEMAKERS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55881" y="2849304"/>
            <a:ext cx="1404552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OUR GOALS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0437" y="4858964"/>
            <a:ext cx="548548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Hey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40210" y="1584227"/>
            <a:ext cx="132600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349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Cities</a:t>
            </a: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</a:p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Countries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0119" y="1657870"/>
            <a:ext cx="216582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IIT K, IIT B, IISC, IIT KGP, MPI, SDU, VUB, </a:t>
            </a:r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CareMother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25122" y="3313407"/>
            <a:ext cx="216582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Director, VC, Padma Shri, Founder, CEO, Marie Curie Fellow…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03529" y="3312369"/>
            <a:ext cx="21658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Stats are mere quantity,</a:t>
            </a: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WALEI is at just stage 1</a:t>
            </a:r>
            <a:endParaRPr lang="en-IN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29820" y="5166741"/>
            <a:ext cx="965086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The conversation was enlightening. It was a great opportunity and pleasure to interact with</a:t>
            </a:r>
          </a:p>
          <a:p>
            <a:pPr algn="ctr"/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Prof.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Dipankar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Chatterji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, esteemed Indian Bio-scientist. A much appreciated effort by the team.</a:t>
            </a:r>
          </a:p>
          <a:p>
            <a:pPr algn="r">
              <a:lnSpc>
                <a:spcPct val="150000"/>
              </a:lnSpc>
            </a:pP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Jayansh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Deora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Subodh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Public School Jaipur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9927" y="1732818"/>
            <a:ext cx="283986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WALEI is a digital infrastructure at stage 1 of science and innovation.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leaps are charged by the conscience of its community. It is building of future with shear efforts by the top minds.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WALEI is about </a:t>
            </a:r>
            <a:r>
              <a:rPr lang="en-IN" sz="1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Vision, Insight and Action</a:t>
            </a:r>
            <a:endParaRPr lang="en-IN" sz="11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197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28600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Gigs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7027" y="1145112"/>
            <a:ext cx="57999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Top as shown here, one heading and one 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No filter, only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Card should contain Verified tag as shown in 1</a:t>
            </a:r>
            <a:r>
              <a:rPr lang="en-IN" sz="2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endParaRPr lang="en-IN" sz="2000" baseline="-25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 addition to name and some text, at bottom should contain services tags as shown at bottom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I think same card size will be good rather variable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ROW of 3 cards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386" y="0"/>
            <a:ext cx="4104177" cy="67837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202" y="4783025"/>
            <a:ext cx="3733992" cy="1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6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28600"/>
            <a:ext cx="2036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Gigs card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7027" y="1145112"/>
            <a:ext cx="57999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Header height can be small and of same size as notes series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Everything same as picture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Send email in collaborate and enquiry to that gig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544" y="0"/>
            <a:ext cx="3926156" cy="68729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3432" y="3569074"/>
            <a:ext cx="5799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Use information of </a:t>
            </a:r>
            <a:r>
              <a:rPr lang="en-I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Sivarsa</a:t>
            </a: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01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738" y="0"/>
            <a:ext cx="3294062" cy="67140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894" y="203200"/>
            <a:ext cx="1765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Start-up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8912" y="2444281"/>
            <a:ext cx="43649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Make sure the colour pallet is same every where as landing page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 don’t like earthy or brown shades, as it make the senses dull</a:t>
            </a:r>
          </a:p>
        </p:txBody>
      </p:sp>
    </p:spTree>
    <p:extLst>
      <p:ext uri="{BB962C8B-B14F-4D97-AF65-F5344CB8AC3E}">
        <p14:creationId xmlns:p14="http://schemas.microsoft.com/office/powerpoint/2010/main" val="2945460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28600"/>
            <a:ext cx="2419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Start-up card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7027" y="1145112"/>
            <a:ext cx="579997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This will be similar to gig card inside.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However few additional changes are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 card on left showing Founders name, team size, location, link and sector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Product card inside should be placed below “</a:t>
            </a:r>
            <a:r>
              <a:rPr lang="en-IN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our story”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Take Caremother-</a:t>
            </a:r>
            <a:r>
              <a:rPr lang="en-IN" sz="20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dotohealth</a:t>
            </a:r>
            <a:r>
              <a:rPr lang="en-IN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for example for </a:t>
            </a:r>
            <a:r>
              <a:rPr lang="en-IN" sz="20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informations</a:t>
            </a:r>
            <a:endParaRPr lang="en-IN" sz="20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In Product section(repository) as made (very nicely), we need care mother to be highlighted on the top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856" y="0"/>
            <a:ext cx="3713441" cy="650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28600"/>
            <a:ext cx="2249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Patent card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7027" y="1145112"/>
            <a:ext cx="579997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Again similar to gig card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List of information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Patent no. (top card)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Title (top card)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Patentee (top card)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Institution/company (New left card)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Patent duration (New left card)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Patent </a:t>
            </a:r>
            <a:r>
              <a:rPr lang="en-I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Jurdiction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(New left card)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Abstract (Our story)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USP ( In place of Expertise)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Kind of collaboration looking for (On top right in place of collaborate)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Tech Transfer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Joint Venture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Licensing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531" y="-254000"/>
            <a:ext cx="3713441" cy="650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2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28600"/>
            <a:ext cx="2469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Headline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82700"/>
            <a:ext cx="55709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</a:p>
          <a:p>
            <a:pPr marL="622300" lvl="5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Ask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for email ID</a:t>
            </a:r>
          </a:p>
          <a:p>
            <a:pPr marL="622300" lvl="5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stamp</a:t>
            </a:r>
          </a:p>
          <a:p>
            <a:pPr marL="622300" lvl="5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30 words limit for headline</a:t>
            </a:r>
          </a:p>
          <a:p>
            <a:pPr marL="622300" lvl="5"/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2300" lvl="5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Timeline should contain date and event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1" y="0"/>
            <a:ext cx="4089409" cy="693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8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28600"/>
            <a:ext cx="8118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282700"/>
            <a:ext cx="55709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Over all nice, however, card size and roundness is not nice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About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alei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join us will remain constant in advisor and strategic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partner</a:t>
            </a:r>
          </a:p>
          <a:p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65200" lvl="5" indent="-34290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063" y="0"/>
            <a:ext cx="2927508" cy="68580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5453149" y="4705004"/>
            <a:ext cx="1745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16876" y="4351061"/>
            <a:ext cx="36091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Want a card here, to write about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alei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45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8346</TotalTime>
  <Words>614</Words>
  <Application>Microsoft Office PowerPoint</Application>
  <PresentationFormat>Widescreen</PresentationFormat>
  <Paragraphs>132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48</cp:revision>
  <dcterms:created xsi:type="dcterms:W3CDTF">2026-02-02T17:00:25Z</dcterms:created>
  <dcterms:modified xsi:type="dcterms:W3CDTF">2026-02-08T12:26:06Z</dcterms:modified>
</cp:coreProperties>
</file>